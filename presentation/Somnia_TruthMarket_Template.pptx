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Somnia TruthMarket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Presentation Template</a:t>
            </a:r>
          </a:p>
          <a:p>
            <a:r>
              <a:t>Subtitle / Team / 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Project Overview</a:t>
            </a:r>
          </a:p>
          <a:p>
            <a:r>
              <a:t>2. Problem Statement</a:t>
            </a:r>
          </a:p>
          <a:p>
            <a:r>
              <a:t>3. Proposed Solution</a:t>
            </a:r>
          </a:p>
          <a:p>
            <a:r>
              <a:t>4. Architecture &amp; Flow</a:t>
            </a:r>
          </a:p>
          <a:p>
            <a:r>
              <a:t>5. Demo &amp; Results</a:t>
            </a:r>
          </a:p>
          <a:p>
            <a:r>
              <a:t>6. 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37</Words>
  <Application>Microsoft Office PowerPoint</Application>
  <PresentationFormat>Presentación en pantalla (4:3)</PresentationFormat>
  <Paragraphs>10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Somnia TruthMarket</vt:lpstr>
      <vt:lpstr>Agenda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Ernesto Dominguez Fiallo</cp:lastModifiedBy>
  <cp:revision>2</cp:revision>
  <dcterms:created xsi:type="dcterms:W3CDTF">2013-01-27T09:14:16Z</dcterms:created>
  <dcterms:modified xsi:type="dcterms:W3CDTF">2026-05-27T14:17:29Z</dcterms:modified>
  <cp:category/>
</cp:coreProperties>
</file>